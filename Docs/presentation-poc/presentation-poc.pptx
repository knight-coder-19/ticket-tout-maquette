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Ticket Tout — démonstrateur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besoin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POC, précisément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cadre — trois courriers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— accueil public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— salarié · mon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— salarié · payer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— salarié · trouver un partenaire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— partenaire · tableau de bord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— administration · national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d'ensemble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flux de paiement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Sécurité &amp; conformité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État d'avancement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Feuille de route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projet en chiffres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